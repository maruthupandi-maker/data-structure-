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4:31:51.9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380 520 24575,'-99'0'0,"125"-1"0,-1-3 0,0 0 0,31-9 0,18-3 0,99-5 0,-103 14 0,-34-1 0,-32 2 0,-22 1 0,-43-2 0,1 3 0,-77 4 0,-38-1 0,170 1 0,0-1 0,0 1 0,0-1 0,1 0 0,-1 0 0,-8-4 0,6-6 0,18-6 0,9 2 0,-16 12 0,1-1 0,-1 1 0,1-1 0,-1 0 0,0 0 0,0 0 0,3-5 0,-6 8 0,-1-1 0,0 1 0,1 0 0,-1 0 0,0-1 0,0 1 0,1 0 0,-1 0 0,0-1 0,0 1 0,0 0 0,-1 0 0,1-1 0,0 1 0,0 0 0,-1 0 0,1-1 0,-1 1 0,1 0 0,-1 0 0,1 0 0,-1 0 0,0 0 0,1 0 0,-1 0 0,0 0 0,0 0 0,0 0 0,0 0 0,0 0 0,0 1 0,0-1 0,0 0 0,0 1 0,0-1 0,0 1 0,-3-2 0,-15-7 0,0 1 0,-1 0 0,0 2 0,0 0 0,0 1 0,-1 1 0,-24-1 0,-59-15 0,102 20 0,0-1 0,0 1 0,1 0 0,-1-1 0,0 1 0,1-1 0,-1 0 0,1 1 0,-1-1 0,1 0 0,-1 0 0,1 0 0,-1 0 0,1 0 0,0 0 0,-1-1 0,1 1 0,-1-2 0,2 2 0,0 0 0,0 0 0,1 0 0,-1 1 0,0-1 0,1 0 0,-1 0 0,0 1 0,1-1 0,-1 0 0,1 1 0,0-1 0,-1 1 0,1-1 0,-1 0 0,1 1 0,0-1 0,-1 1 0,1 0 0,0-1 0,0 1 0,-1 0 0,1-1 0,0 1 0,1 0 0,10-5 0,1 1 0,-1 1 0,23-3 0,330-22 0,-148 14 0,-177 4 0,-33 3 0,-25 1 0,-41-1 0,0 3 0,0 2 0,-79 9 0,100-3 0,36-3 0,0-1 0,1 0 0,-1 0 0,0 0 0,1 1 0,-1-1 0,1 1 0,-1 0 0,0-1 0,1 1 0,0 0 0,-1 0 0,1 0 0,-1 0 0,1 0 0,0 0 0,-3 2 0,5-2 0,-1 0 0,1 0 0,0-1 0,-1 1 0,1 0 0,0-1 0,-1 1 0,1-1 0,0 1 0,0-1 0,0 1 0,-1-1 0,1 0 0,0 1 0,0-1 0,0 0 0,0 0 0,0 0 0,0 1 0,0-1 0,0 0 0,-1 0 0,3 0 0,26 2 0,-27-2 0,76 5 0,115-10 0,-190 5 0,0-1 0,1 1 0,-1-1 0,0 0 0,1 0 0,-1 0 0,0 0 0,0-1 0,0 0 0,0 1 0,0-1 0,0 0 0,-1 0 0,4-4 0,-4 5 0,-1 0 0,0-1 0,-1 1 0,1-1 0,0 1 0,0 0 0,-1-1 0,1 1 0,0-1 0,-1 0 0,0 1 0,1-1 0,-1 1 0,0-1 0,0 0 0,0 1 0,0-1 0,0 1 0,0-1 0,0 0 0,0 1 0,-1-1 0,1 1 0,-1-1 0,1 0 0,-1 1 0,0 0 0,0-1 0,1 1 0,-1-1 0,-2-1 0,-7-16 0,9 17 0,1 0 0,-1 0 0,0 0 0,0 0 0,0 0 0,0 0 0,0 1 0,0-1 0,0 0 0,-1 1 0,1-1 0,0 1 0,-1-1 0,0 1 0,1-1 0,-1 1 0,0 0 0,0 0 0,1 0 0,-1 0 0,0 0 0,-3 0 0,-52-3 0,0 3 0,-59 6 0,106-5 0,0 2 0,0-1 0,1 1 0,-1 1 0,1 0 0,-17 8 0,24-11 0,0 1 0,1 0 0,0 0 0,-1 0 0,1 0 0,0 0 0,-1 0 0,1 0 0,0 0 0,0 1 0,0-1 0,0 0 0,0 1 0,0-1 0,0 1 0,1-1 0,-1 1 0,0-1 0,0 3 0,1-2 0,1 0 0,-1 0 0,0 0 0,1 0 0,-1 0 0,1 0 0,0 0 0,-1 0 0,1 0 0,0 0 0,0 0 0,0 0 0,1-1 0,-1 1 0,0 0 0,1-1 0,-1 1 0,1-1 0,-1 0 0,3 2 0,28 21-1365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B432-7376-796D-BE49-72E6FB2A6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CB93C-5E2B-7454-6214-DB560EDB8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1F72-9B71-46A9-AED0-BCBD67AB4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B7C6-F826-27D2-66BD-BD061F21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D6328-F247-2822-F49E-8D86B8D6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20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D6B6-E282-5C24-5CE4-0D051CD9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EF83-7344-1DD5-E858-90FB1E89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598A-21CA-E2DE-B59B-103F4DD8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CA04-F974-3D83-2134-7D5E1943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CDF8-1059-CEF7-6C31-8F9EECEE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7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8745-8095-939F-F570-1B86F786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DC714-2B99-8A61-5473-4337CF7DA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33355-0CFC-687E-BFA4-F9172E6C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93AE-9D8D-FE1B-E61A-9D7F55A1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928D6-B59F-E75D-E8F8-395DF075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82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714D-9591-E4BB-5286-9A86C424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65A6-AA31-9382-41B7-CE11FA1AB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772F8-BD80-607B-0D4A-F97D6A648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58C1A-E1DA-12CC-003F-4045C2A6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1DFAE-2137-8989-BE72-F8B9CC2F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69AF-345C-D01C-A216-1BA8D196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7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05A5-C7C2-C9AE-3F44-CFF5BC5C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3C44A-6ECB-C895-A4C5-A1E215848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1643D-3415-3496-FDB7-08EFA668E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94F12-7DEB-1B60-FFCC-FAAF29BA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5707-8350-471F-2FBC-D199423A4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25E2B-C201-E590-3F2E-27D0B592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930E2-5299-1EB2-A8A4-47CF4A04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9581D-403E-8AD3-8E2E-87F01925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4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B671-5D12-F3A7-B35E-4501F843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9FF26-23EA-5C84-8587-0D7DDF5A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3C5B3-425C-C3FF-2CF7-65B47BB6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7864D-A0A6-9D6B-53D6-126636D2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25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83B3B5-5A79-89CF-CB4C-FDD45715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E535A-ACB0-C9E6-C1C9-852CDC1D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B3A2B-8CB2-878A-5796-7C067351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5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D55F-C7D2-47A6-D654-3AC5E25A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2AAEA-8308-85DF-17A1-F16E8F86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34D-AFA4-E6E6-68BE-B32697EDC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CED52-6F15-D63C-234C-CED70A12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A725D-0A30-3065-E8AB-854C2D26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4061A-2041-498C-C497-97D8CC75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574A-3766-C616-8F60-B3CCBAD9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9FC3-7924-9179-D4BE-EE4BD5129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08C98-7587-79BF-0520-8F6ACDD0B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12E03-427C-22C3-2EA4-8C1BA94A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EB1AB-39A4-72D4-A014-4ABD0CEF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56EC4-7A08-53DF-8BA5-FB8880E8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43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A867-D4E7-3F03-216B-1066D1DDF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66593-342A-F270-144E-E6C981E55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B3C1A-916A-B178-C472-D6519D1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DDCEE-6872-826B-087E-D7F92D88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05546-23AE-23E5-D561-7689DC1F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74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A327F-14AC-9021-17DC-327D3BB2B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9AE6E-3DAE-54C9-898E-59F1BE91C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230DC-C480-8A02-0E3E-466F557F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4409D-ECF1-AA5C-3621-8F3FC37F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E17BA-3D03-E990-8061-6B1F2873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170C4-96D8-6729-91D0-42E9E654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C1138-5DA5-AC89-7710-240C2C466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6C1F6-BD48-B93D-5EB9-4804DE7B8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29AB7-7E4E-4351-AABE-A171382B34E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BE43C-6C4B-EBD9-224E-FBADC784A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3D265-84F3-87AD-BC38-070F3D9D1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DD0DD-1FE3-4468-91C3-FBD3EA0E7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84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67CB-8A80-031D-1567-FC008A5E7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8131"/>
            <a:ext cx="9144000" cy="1168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7DD51-0DA1-5001-C9F2-47B07CFEF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6846" y="4907756"/>
            <a:ext cx="4020273" cy="1655762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Maruthu Pandi – 192511162</a:t>
            </a:r>
          </a:p>
          <a:p>
            <a:endParaRPr lang="en-IN" dirty="0"/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1A8B0612-7C25-A5BE-3D37-6DFFA0EE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16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A87618-3BA2-B369-699A-A729F6F3859A}"/>
              </a:ext>
            </a:extLst>
          </p:cNvPr>
          <p:cNvSpPr txBox="1"/>
          <p:nvPr/>
        </p:nvSpPr>
        <p:spPr>
          <a:xfrm>
            <a:off x="84881" y="4907756"/>
            <a:ext cx="5995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Rajesh Kumar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CSA0315-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21/07/2026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DBB87-0985-EB73-4717-F8FCAC641F97}"/>
              </a:ext>
            </a:extLst>
          </p:cNvPr>
          <p:cNvSpPr txBox="1"/>
          <p:nvPr/>
        </p:nvSpPr>
        <p:spPr>
          <a:xfrm>
            <a:off x="482278" y="3150897"/>
            <a:ext cx="11196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Task Scheduling with Priority Queue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3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CFE9-CF9E-A958-6134-921A9967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D1FF-0FFC-7576-D4FF-D2C5C9E2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is the Process of assigning CPU or system resources to Tasks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applications require executing tasks based on their priority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3F894-98D7-05C8-A1EB-798C3F258E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7C390-0821-A6D4-8B71-2E0FF324435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347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82F3-F408-46CB-C5CF-0199C80B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47542-1F9E-C322-D920-312A6494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55" y="2392784"/>
            <a:ext cx="5990863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Task Scheduling system must: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new tasks dynamically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Priority to Tasks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High-Priority to Tasks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Multiple Tasks efficiently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3B92E-3274-2C59-5407-8669C16A81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AD2356-B909-320A-E636-8446F1A777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A36A14-BCC9-4E51-D3EE-313FA8C44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26" y="2392784"/>
            <a:ext cx="3972479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4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B20CD-1D32-57EE-1095-67086FEB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Data Structure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29364-F8CC-910A-B5F1-3749E2C12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386" y="1480756"/>
            <a:ext cx="1395714" cy="419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867C8-85A8-4455-1F40-B558A42A2CA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0F7B5-B782-F200-C2D5-B9124E9972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CF86EC-01F1-7C64-B41A-5A6B6E052D58}"/>
              </a:ext>
            </a:extLst>
          </p:cNvPr>
          <p:cNvSpPr txBox="1"/>
          <p:nvPr/>
        </p:nvSpPr>
        <p:spPr>
          <a:xfrm>
            <a:off x="949124" y="2303677"/>
            <a:ext cx="101183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priority Queue is a special Queue where each element has a priority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with higher priority are processed before low priority elements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(FIFO) First IN First OUT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EB1A47-330E-4390-C949-73CC34350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500" y="4550446"/>
            <a:ext cx="9799576" cy="15841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B4C612-209F-087F-BDD9-09EAFF6C08D9}"/>
              </a:ext>
            </a:extLst>
          </p:cNvPr>
          <p:cNvSpPr/>
          <p:nvPr/>
        </p:nvSpPr>
        <p:spPr>
          <a:xfrm>
            <a:off x="949124" y="5567423"/>
            <a:ext cx="1180618" cy="9254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69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DD7C-A05D-DD80-3E00-EBD978D5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443B-AA4B-08AC-D397-81E9AFACE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03" y="2055813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Enters the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Assigned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sorts automatically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Priority task is selected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executes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Repeats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21521-C466-CFEE-BF2C-05E0CBF7E2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40D817-2FC9-30C3-3946-DF950700C2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DE03E1-6E3D-24E6-099D-61B9B8A75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806324"/>
              </p:ext>
            </p:extLst>
          </p:nvPr>
        </p:nvGraphicFramePr>
        <p:xfrm>
          <a:off x="5887744" y="4693603"/>
          <a:ext cx="546605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3028">
                  <a:extLst>
                    <a:ext uri="{9D8B030D-6E8A-4147-A177-3AD203B41FA5}">
                      <a16:colId xmlns:a16="http://schemas.microsoft.com/office/drawing/2014/main" val="839284874"/>
                    </a:ext>
                  </a:extLst>
                </a:gridCol>
                <a:gridCol w="2733028">
                  <a:extLst>
                    <a:ext uri="{9D8B030D-6E8A-4147-A177-3AD203B41FA5}">
                      <a16:colId xmlns:a16="http://schemas.microsoft.com/office/drawing/2014/main" val="3066054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52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0(log 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32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0(log 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40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Peek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0(1)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64038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0842665-5140-AED2-C393-AB623363E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63" y="1558115"/>
            <a:ext cx="4601217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0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EE82-7B4A-8E20-5880-657FDA52D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Importance of Priority Queue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3BC3D-DF78-864C-5E7C-646234CB1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Executes Important Tasks First </a:t>
            </a:r>
          </a:p>
          <a:p>
            <a:r>
              <a:rPr lang="en-US" dirty="0"/>
              <a:t>Improves Response Time </a:t>
            </a:r>
          </a:p>
          <a:p>
            <a:r>
              <a:rPr lang="en-US" dirty="0"/>
              <a:t>Efficient Resource Utilization </a:t>
            </a:r>
          </a:p>
          <a:p>
            <a:r>
              <a:rPr lang="en-US" dirty="0"/>
              <a:t>Supports Dynamic Scheduling </a:t>
            </a:r>
          </a:p>
          <a:p>
            <a:r>
              <a:rPr lang="en-US" dirty="0"/>
              <a:t>Scalability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7F62E-2288-121D-3637-F4D6B2C66B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51852-1167-6014-5F02-B3B4AF3A24A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0E89A3-52E1-8512-D4DE-168C4EDC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41" y="4001294"/>
            <a:ext cx="5922916" cy="199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5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3A2F-D057-8144-C92F-119F3F10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on the Priority Queue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B8095-9138-59C4-EF2C-8B5F18D605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30A32-3CF1-E5FA-41D8-96DA372D779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09E309-BD9B-02DC-747E-2890F3DB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90" y="1690688"/>
            <a:ext cx="5456405" cy="4694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723909-37E1-AAC9-3A49-824BE4C3F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605" y="1690688"/>
            <a:ext cx="5456405" cy="4694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C874E2-590F-06DD-7DB5-EDF6B720F913}"/>
                  </a:ext>
                </a:extLst>
              </p14:cNvPr>
              <p14:cNvContentPartPr/>
              <p14:nvPr/>
            </p14:nvContentPartPr>
            <p14:xfrm>
              <a:off x="5337820" y="1780209"/>
              <a:ext cx="277560" cy="187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C874E2-590F-06DD-7DB5-EDF6B720F9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5180" y="1717569"/>
                <a:ext cx="40320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20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2CE1-8CAD-9D95-0286-B0473DAA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713" y="931448"/>
            <a:ext cx="1916574" cy="1202098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219E8-C459-6980-D334-4B4BA233B68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CD981-E13E-D418-6562-E170F0B92EF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170FBC-A4AC-5BE1-B896-393D7A362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095" y="2195278"/>
            <a:ext cx="2753810" cy="3801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14EDF3-F6E9-C57A-3D8E-24051FF29E8E}"/>
              </a:ext>
            </a:extLst>
          </p:cNvPr>
          <p:cNvSpPr txBox="1"/>
          <p:nvPr/>
        </p:nvSpPr>
        <p:spPr>
          <a:xfrm>
            <a:off x="8830610" y="1178554"/>
            <a:ext cx="259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32F285-A770-029F-0AE4-F87B5E0FF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726" y="2195278"/>
            <a:ext cx="3194613" cy="3801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87AF7A-5437-14BD-D657-5A3C3C03B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25" y="2195279"/>
            <a:ext cx="3765741" cy="38010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BBA9D5-7B50-9319-83C7-CD4A4E907000}"/>
              </a:ext>
            </a:extLst>
          </p:cNvPr>
          <p:cNvSpPr txBox="1"/>
          <p:nvPr/>
        </p:nvSpPr>
        <p:spPr>
          <a:xfrm>
            <a:off x="546565" y="1240287"/>
            <a:ext cx="3810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Level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5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FF3ECA-64C9-8561-E612-696634679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64" y="2377120"/>
            <a:ext cx="6249052" cy="2062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5F8CD-E2DD-4A8B-B4EE-D927DFC669E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3C0B7F-E834-5C3D-BA42-6BE4E0786A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6343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190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</vt:lpstr>
      <vt:lpstr>Times New Roman</vt:lpstr>
      <vt:lpstr>Office Theme</vt:lpstr>
      <vt:lpstr>Technical Presentation </vt:lpstr>
      <vt:lpstr>Introduction </vt:lpstr>
      <vt:lpstr>Problem Statement </vt:lpstr>
      <vt:lpstr>Suitable Data Structure </vt:lpstr>
      <vt:lpstr>How It Works ?</vt:lpstr>
      <vt:lpstr>Importance of Priority Queue </vt:lpstr>
      <vt:lpstr>C Programming on the Priority Queue</vt:lpstr>
      <vt:lpstr>Input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maruthu pandi</dc:creator>
  <cp:lastModifiedBy>maruthu pandi</cp:lastModifiedBy>
  <cp:revision>1</cp:revision>
  <dcterms:created xsi:type="dcterms:W3CDTF">2026-07-20T13:55:16Z</dcterms:created>
  <dcterms:modified xsi:type="dcterms:W3CDTF">2026-07-20T15:13:13Z</dcterms:modified>
</cp:coreProperties>
</file>